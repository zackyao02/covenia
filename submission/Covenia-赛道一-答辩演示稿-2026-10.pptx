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61070d97b466b" /><Relationship Type="http://schemas.openxmlformats.org/officeDocument/2006/relationships/extended-properties" Target="/docProps/app.xml" Id="R7f71783aafdb4021" /><Relationship Type="http://schemas.openxmlformats.org/officeDocument/2006/relationships/officeDocument" Target="/ppt/presentation.xml" Id="R1a2d234fb670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e68f9c8b334128"/>
  </p:sldMasterIdLst>
  <p:notesMasterIdLst>
    <p:notesMasterId xmlns:r="http://schemas.openxmlformats.org/officeDocument/2006/relationships" r:id="Rb02b2651bedb4181"/>
  </p:notesMasterIdLst>
  <p:sldIdLst>
    <p:sldId xmlns:r="http://schemas.openxmlformats.org/officeDocument/2006/relationships" id="256" r:id="R40e24276d03a4e75"/>
    <p:sldId xmlns:r="http://schemas.openxmlformats.org/officeDocument/2006/relationships" id="257" r:id="R1ad7e244fa70481f"/>
    <p:sldId xmlns:r="http://schemas.openxmlformats.org/officeDocument/2006/relationships" id="258" r:id="R776617a1548f4d5e"/>
    <p:sldId xmlns:r="http://schemas.openxmlformats.org/officeDocument/2006/relationships" id="259" r:id="R07090219d9d54f06"/>
    <p:sldId xmlns:r="http://schemas.openxmlformats.org/officeDocument/2006/relationships" id="260" r:id="R67fbca0a2fd94a0f"/>
    <p:sldId xmlns:r="http://schemas.openxmlformats.org/officeDocument/2006/relationships" id="261" r:id="Rf3baeb395f8d4840"/>
    <p:sldId xmlns:r="http://schemas.openxmlformats.org/officeDocument/2006/relationships" id="262" r:id="R6dfceb7b740b40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dd6983258f4e77" /><Relationship Type="http://schemas.openxmlformats.org/officeDocument/2006/relationships/slideMaster" Target="/ppt/slideMasters/slideMaster1.xml" Id="R70e68f9c8b334128" /><Relationship Type="http://schemas.openxmlformats.org/officeDocument/2006/relationships/notesMaster" Target="/ppt/notesMasters/notesMaster1.xml" Id="Rb02b2651bedb4181" /><Relationship Type="http://schemas.openxmlformats.org/officeDocument/2006/relationships/presProps" Target="/ppt/presProps.xml" Id="R3a8c338e40e7413c" /><Relationship Type="http://schemas.openxmlformats.org/officeDocument/2006/relationships/tableStyles" Target="/ppt/tableStyles.xml" Id="Rc93072082c5d425b" /><Relationship Type="http://schemas.openxmlformats.org/officeDocument/2006/relationships/slide" Target="/ppt/slides/slide1.xml" Id="R40e24276d03a4e75" /><Relationship Type="http://schemas.openxmlformats.org/officeDocument/2006/relationships/slide" Target="/ppt/slides/slide2.xml" Id="R1ad7e244fa70481f" /><Relationship Type="http://schemas.openxmlformats.org/officeDocument/2006/relationships/slide" Target="/ppt/slides/slide3.xml" Id="R776617a1548f4d5e" /><Relationship Type="http://schemas.openxmlformats.org/officeDocument/2006/relationships/slide" Target="/ppt/slides/slide4.xml" Id="R07090219d9d54f06" /><Relationship Type="http://schemas.openxmlformats.org/officeDocument/2006/relationships/slide" Target="/ppt/slides/slide5.xml" Id="R67fbca0a2fd94a0f" /><Relationship Type="http://schemas.openxmlformats.org/officeDocument/2006/relationships/slide" Target="/ppt/slides/slide6.xml" Id="Rf3baeb395f8d4840" /><Relationship Type="http://schemas.openxmlformats.org/officeDocument/2006/relationships/slide" Target="/ppt/slides/slide7.xml" Id="R6dfceb7b740b40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60c715070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5c45c505f94e5c" /><Relationship Type="http://schemas.openxmlformats.org/officeDocument/2006/relationships/notesMaster" Target="/ppt/notesMasters/notesMaster1.xml" Id="R6876a56dc06040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82f852f874fef" /><Relationship Type="http://schemas.openxmlformats.org/officeDocument/2006/relationships/notesMaster" Target="/ppt/notesMasters/notesMaster1.xml" Id="R5ca4ee0d49814e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c33e87f67435a" /><Relationship Type="http://schemas.openxmlformats.org/officeDocument/2006/relationships/notesMaster" Target="/ppt/notesMasters/notesMaster1.xml" Id="R8a7527f84e204c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370326ca76405e" /><Relationship Type="http://schemas.openxmlformats.org/officeDocument/2006/relationships/notesMaster" Target="/ppt/notesMasters/notesMaster1.xml" Id="R64473d28549843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81715d45c64012" /><Relationship Type="http://schemas.openxmlformats.org/officeDocument/2006/relationships/notesMaster" Target="/ppt/notesMasters/notesMaster1.xml" Id="R00c1dd1ec2ef44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59bc6449c548d1" /><Relationship Type="http://schemas.openxmlformats.org/officeDocument/2006/relationships/notesMaster" Target="/ppt/notesMasters/notesMaster1.xml" Id="R6fc7a4edd4d742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7a72bcaeb4204" /><Relationship Type="http://schemas.openxmlformats.org/officeDocument/2006/relationships/notesMaster" Target="/ppt/notesMasters/notesMaster1.xml" Id="R993b8036df8f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封面。Covenia 是嵌入千牛风格工作台的比赛演示原型。本产品尚未接入千牛生产账号或真实发送渠道。赛事信息来源：天池官方赛道列表 https://tianchi.aliyun.com/competition/activeList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产品问题陈述来自项目自身的服务旅程设计，不引用未验证的行业发生率或欧莱雅内部数据。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产品主链来自项目文档 docs/04-responsibility-loop.md、docs/03-firewall-rules.md 和 MODEL_GOVERNANCE.md。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S00001 的原始赛事工作簿提供 Mock 会话、订单、工单与图片路径引用；具体演示图片由团队生成，不是赛事原图。来源说明：SIMULATION_DISCLOSURE.md、frontend/public/evidence/README.md。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界限与烟测数据来源：MODEL_GOVERNANCE.md、IMPLEMENTATION-STATUS.md（2026-10-03）。单次合成输入得到情绪恶化 0.93；该值不作为准确率或业务效果。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测试数字来自 QA-ACCEPTANCE.md。它们是工程验证，不是用户研究、模型准确率、ROI 或生产 SLA。完整限制见 DELIVERY-GUIDE.md。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天池官方公开列表当前显示赛程 2026-07-17 至 2026-10-20；公开列表未披露附件栏位，因此需要队长登录赛事页确认上传字段、格式和命名。官方页面：https://tianchi.aliyun.com/competition/activeList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7a2c79cf44d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71a5cbbaf4397" /><Relationship Type="http://schemas.openxmlformats.org/officeDocument/2006/relationships/slideLayout" Target="/ppt/slideLayouts/slideLayout1.xml" Id="Rf58f3c800e2f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f3c800e2f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32723335148fb" /><Relationship Type="http://schemas.openxmlformats.org/officeDocument/2006/relationships/image" Target="/ppt/media/image.jpeg" Id="R66628aaaa90c4e2b" /><Relationship Type="http://schemas.openxmlformats.org/officeDocument/2006/relationships/notesSlide" Target="/ppt/notesSlides/notesSlide1.xml" Id="R754127e123ea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adad35e44292" /><Relationship Type="http://schemas.openxmlformats.org/officeDocument/2006/relationships/notesSlide" Target="/ppt/notesSlides/notesSlide2.xml" Id="R7d1f6a94fca940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55fff417e4eb3" /><Relationship Type="http://schemas.openxmlformats.org/officeDocument/2006/relationships/notesSlide" Target="/ppt/notesSlides/notesSlide3.xml" Id="R8e87331c5c91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ee537f7764e78" /><Relationship Type="http://schemas.openxmlformats.org/officeDocument/2006/relationships/image" Target="/ppt/media/image2.jpeg" Id="Ra4c78e08e8c244c7" /><Relationship Type="http://schemas.openxmlformats.org/officeDocument/2006/relationships/notesSlide" Target="/ppt/notesSlides/notesSlide4.xml" Id="Rd5fc61f7745b43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2170c249d4857" /><Relationship Type="http://schemas.openxmlformats.org/officeDocument/2006/relationships/notesSlide" Target="/ppt/notesSlides/notesSlide5.xml" Id="R736feb52593c40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db5edf3e84fdf" /><Relationship Type="http://schemas.openxmlformats.org/officeDocument/2006/relationships/notesSlide" Target="/ppt/notesSlides/notesSlide6.xml" Id="R7db2e5be3304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dffdac994663" /><Relationship Type="http://schemas.openxmlformats.org/officeDocument/2006/relationships/notesSlide" Target="/ppt/notesSlides/notesSlide7.xml" Id="R9bc0abbee2264f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1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085DE-8B86-4F4F-BC89-00B33CA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95F0-640C-42BA-A15F-41F5B0D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4F54"/>
              </a:gs>
              <a:gs pos="100000">
                <a:srgbClr val="0B343A"/>
              </a:gs>
            </a:gsLst>
            <a:lin ang="81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1F321-4237-423F-AEE9-5E4221D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COVENIA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C51E7-B8C1-4438-BC8A-19C0FFA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60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4F523-0B97-457A-BC89-1433BC06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AI 美妆科技黑客松 · 赛道一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49D6B-F77A-416A-8E8F-A1DEF84A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让服务承诺，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3D522-4617-4977-A7F3-3BF28016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在聊天结束后继续履行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9316-319D-42C6-8530-6FD25C37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B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7DBD7"/>
                </a:solidFill>
                <a:latin typeface="Microsoft YaHei"/>
                <a:ea typeface="Microsoft YaHei"/>
                <a:cs typeface="Microsoft YaHei"/>
              </a:rPr>
              <a:t>千牛客服工作台中的消费者体验责任副驾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2FCB4-05C4-4227-A7D1-7D2B83C5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097B3-7100-463B-996F-40383219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不重复索证 · 不遗忘承诺 · 持续追踪直到解决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28aaaa90c4e2b"/>
          <a:srcRect xmlns:a="http://schemas.openxmlformats.org/drawingml/2006/main" l="28743" t="0" r="2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91450" y="933450"/>
            <a:ext cx="3714750" cy="49149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BF79B-4425-4A54-AF64-5AF606E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6C1"/>
                </a:solidFill>
                <a:latin typeface="Microsoft YaHei"/>
                <a:ea typeface="Microsoft YaHei"/>
                <a:cs typeface="Microsoft YaHei"/>
              </a:rPr>
              <a:t>比赛演示原型｜非生产系统</a:t>
            </a:r>
          </a:p>
        </p:txBody>
      </p:sp>
    </p:spTree>
    <p:extLst>
      <p:ext uri="{BB962C8B-B14F-4D97-AF65-F5344CB8AC3E}">
        <p14:creationId xmlns:p14="http://schemas.microsoft.com/office/powerpoint/2010/main" val="1097211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3E09B-BDC1-4BEC-8E67-802A4B52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AAA4-70B7-42AB-90B7-26B86C3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售后会话结束，服务责任不应随之消失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57748-B6FD-4E90-9906-01400C3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834B-3D14-47D5-BF29-93F5A00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6610-D874-4A85-9CC9-EC41AEFA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rPr>
              <a:t>客服看到的是一段段对话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4FB7C-4B51-46A0-8808-FB42A9E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4147"/>
                </a:solidFill>
                <a:latin typeface="Microsoft YaHei"/>
                <a:ea typeface="Microsoft YaHei"/>
                <a:cs typeface="Microsoft YaHei"/>
              </a:rPr>
              <a:t>消费者经历的是一条未完成的服务旅程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14AF4-A14E-4FE6-8CFE-802FBB1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DC38-3D7C-463F-9A59-D9C60F9C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已经发过的照片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E1FBB-FF1D-4253-AA2F-E6E9172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换货单是否创建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5EBCA-E27D-4A41-808D-232FC3D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承诺什么时候发出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E3D8E-27A3-45A6-A64B-E9A2E73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谁会继续跟进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F1EB3-82CF-4553-8B66-A28CCFF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43150"/>
            <a:ext cx="55721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9F3EF"/>
          </a:solidFill>
          <a:ln xmlns:a="http://schemas.openxmlformats.org/drawingml/2006/main" w="9525">
            <a:solidFill>
              <a:srgbClr val="C2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61393-40E1-490E-88D5-4E1A94FF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重复解释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81B85-0663-4583-A980-0EE129D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重复提交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379D8-F938-4544-8FD3-5FE8A284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反复催问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CDD09-2887-40D2-A8DD-C831685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责任断点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67AB2-8451-470B-AB88-5727925D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核心洞察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281F3-FE5A-42AA-B231-1D470D0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消费者不该成为自己售后问题的项目经理。</a:t>
            </a:r>
          </a:p>
        </p:txBody>
      </p:sp>
    </p:spTree>
    <p:extLst>
      <p:ext uri="{BB962C8B-B14F-4D97-AF65-F5344CB8AC3E}">
        <p14:creationId xmlns:p14="http://schemas.microsoft.com/office/powerpoint/2010/main" val="1601622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A8BF1C-F060-439E-A4AC-A14F11A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28FFE-A876-4761-878E-59B95016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把聊天里的承诺，变成持续运行的服务责任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3274D-14D4-41BC-A040-9E47C72C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C801D-62DD-4F04-B981-B3B4EC2F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5EF32-D646-4593-AD70-7D6E095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96313-14D5-4326-84FE-C60AE548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0CF8-4686-4DC6-8960-BE37CC7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恢复事实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6921F-1100-4D9E-9D99-017015AC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聊天 · 图片 · 工单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FC3CC-2BA6-427F-BC58-DBD35C0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A7F67-F334-46CD-A328-FC7E04F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384DB-A0C3-47AB-9687-0B12BA53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CDC45-9145-4723-9524-EB8AF39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识别承诺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85E2-B6C1-4C96-BEA2-F807EB23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原文 · 责任方 · 截止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D7F2B-9993-46FD-8216-F6CD409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B28E7-0BE1-468A-9945-7EEEBDA8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107F3-99C1-4807-A936-672CCD6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611C8-87BD-492C-9BC2-B3DB1D99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动作前检查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E14EC-F5EF-465E-85A3-ED4F23F3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证据范围 · 禁止动作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E4EB-100E-4014-845B-90F8D6E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6CA93-E77D-429F-97B6-19589611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E4F3EF"/>
          </a:solidFill>
          <a:ln xmlns:a="http://schemas.openxmlformats.org/drawingml/2006/main" w="9525">
            <a:solidFill>
              <a:srgbClr val="A9D9C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88D60-DAA4-4E14-A6F3-283FC10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9B787-5DC9-4A44-9800-D0F10ABF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66724-D727-4FF7-B2FD-8768D2F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批准后建立责任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722D6-3E5B-4510-BE49-54139D0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C611E-C5CB-47F3-8EC5-D168F077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78055-A52D-4119-B445-664AF7FF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5A4B0-6980-48DB-9F13-10897FB2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持续跟进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E83A1-7CE5-433D-9C99-C7EFD1C1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催办 · 升级 · 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C3BFC-9B3E-41A1-B18F-F091F49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EF78E-F30E-4C2A-82DC-D86437F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90750"/>
            <a:ext cx="1685925" cy="228600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DB85AB-C0B9-4DE5-995B-989BC6E7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81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2FE20B-03A2-4050-97EA-33F11165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38450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验证闭环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32C872-CC37-48CE-AD6A-1A2BBCC6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242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物流状态 · 解决回执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8D3DB5-B1B0-473F-BA9E-C958721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156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CFB3F7-C157-4F07-8577-EB9608D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C4067-7074-4D37-8543-B2CFC217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039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提供软信号；确定性规则守住责任与风险；高影响动作由人确认。</a:t>
            </a:r>
          </a:p>
        </p:txBody>
      </p:sp>
    </p:spTree>
    <p:extLst>
      <p:ext uri="{BB962C8B-B14F-4D97-AF65-F5344CB8AC3E}">
        <p14:creationId xmlns:p14="http://schemas.microsoft.com/office/powerpoint/2010/main" val="736050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ABD09-937A-4759-8159-31C218FD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30E2-3375-49F2-A8EE-0DE1D5E6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一个案例：泵头破损后的换货承诺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42A72-A9C0-46C1-AE6E-FF5564B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C7B51-1A2F-4766-888F-D6B0A6C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78e08e8c244c7"/>
          <a:srcRect xmlns:a="http://schemas.openxmlformats.org/drawingml/2006/main" l="13348" t="0" r="13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4810125" cy="4048125"/>
          </a:xfrm>
          <a:prstGeom xmlns:a="http://schemas.openxmlformats.org/drawingml/2006/main" prst="roundRect">
            <a:avLst>
              <a:gd name="adj" fmla="val 423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5E252-D033-4B0D-9596-826460C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6509-1A54-4CF1-9A69-93A7C8C2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赛事模拟案例 S00001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7C2D3-AA87-47CD-ABA3-5BC3897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B812F-34B5-4745-8598-ADB1B34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4E146-A3EA-415D-8D55-1A365147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消费者已提交泵头图片；换货单已创建。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6F23A-B58D-4FF1-8066-C5EF45C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3372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9E61A-7DB7-4330-A591-7E73E7E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承诺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DF503-55F1-4871-9F65-E91534E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客服确认 48 小时内发出。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D24AD-3624-4B63-89A3-D1B709E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7B6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6BA9F-23B5-4F0E-980F-8F80DE3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阻断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D7FA6-5049-4586-A5D3-4CA2241F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862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避免再次索取已提交的同范围证据。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0F484-C4D1-457C-BF18-8FC3CCC3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1487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76B6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8A6DC-FB18-4C56-9F8C-A4E70F7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7677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76CFD-BF3B-4506-B3CD-8835A668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767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人工确认责任后，跟踪揽收、送达与更新。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AB79C-2623-4F2D-902B-8C84C31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57850"/>
            <a:ext cx="523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4E003-E143-44A1-AF75-A1B91F6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4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4A3D"/>
                </a:solidFill>
                <a:latin typeface="Microsoft YaHei"/>
                <a:ea typeface="Microsoft YaHei"/>
                <a:cs typeface="Microsoft YaHei"/>
              </a:rPr>
              <a:t>截图含团队生成式演示素材，不是消费者原图。</a:t>
            </a:r>
          </a:p>
        </p:txBody>
      </p:sp>
    </p:spTree>
    <p:extLst>
      <p:ext uri="{BB962C8B-B14F-4D97-AF65-F5344CB8AC3E}">
        <p14:creationId xmlns:p14="http://schemas.microsoft.com/office/powerpoint/2010/main" val="821589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1DAF4-A502-45E0-A505-6BE083D6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10F2A-1632-4986-82EF-740B85D7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AI 负责理解，规则负责守边界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6A686-A3A7-4344-B7B7-0EB7EFF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97CB-3A55-47D9-BA0C-D6895DA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BCF3D-962F-4528-98F5-A8ACD5EF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8E3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91ED-D04A-4C32-A454-27EF9882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JEV 软信号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0A73E-C6B9-48AF-94D1-CB869225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情绪趋势</a:t>
            </a:r>
          </a:p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下一步建议</a:t>
            </a:r>
          </a:p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带概率的辅助判断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E5B82-7885-4A34-BE2B-E009361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DC69B-6CBA-4809-B22E-8E4783D0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86C02-C704-467D-B4D1-4360BC3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证据范围</a:t>
            </a:r>
          </a:p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承诺与时序</a:t>
            </a:r>
          </a:p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禁止动作与状态转换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9CF33-28ED-45F9-9408-FC3B61F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190875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E8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512F1-FFF8-40FE-87B6-556584DF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5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5D2D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0667-E047-407D-96C6-00CA278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695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批准服务责任</a:t>
            </a:r>
          </a:p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确认责任方与更新时间</a:t>
            </a:r>
          </a:p>
          <a:p xmlns:a="http://schemas.openxmlformats.org/drawingml/2006/main">
            <a:pPr algn="l">
              <a:def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高影响决策保留给人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0BF8E-783D-4D7C-B0C7-DD083DA9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C95B1-F8CA-4B50-99B8-535122B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76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9EF03-11C9-4C51-85E3-7508AB8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AB724-09E1-4784-99B1-22D9304B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62575"/>
            <a:ext cx="998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JEV 烟测：1 次合成样例成功；概率阈值未校准，不代表真实业务效果。</a:t>
            </a:r>
          </a:p>
        </p:txBody>
      </p:sp>
    </p:spTree>
    <p:extLst>
      <p:ext uri="{BB962C8B-B14F-4D97-AF65-F5344CB8AC3E}">
        <p14:creationId xmlns:p14="http://schemas.microsoft.com/office/powerpoint/2010/main" val="143774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A0F9B-97AB-402D-87C0-5687768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A745B-D2F5-4A5D-AE8A-C57A3984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已验证的是原型闭环，不是业务效果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07AE1-4556-4C25-A45B-6277C31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8556A-8FE7-4F30-A2B5-C440BB7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6F19B-7DF6-4F94-9198-539E8F0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FAA1-59EE-4BF5-B8D3-0F5FD0D7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44B2F-8057-4D9E-911A-D9CB7E6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前端测试通过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B6C27-56BD-4C3F-A628-87120FC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13CB3-6FAD-4F63-8BA5-582E778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10/10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5AED5-7CBB-4EA5-8D9B-6D0A6CE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3C585-87A7-4D52-A1C5-C84571CB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F3B16-DB4F-41ED-A74A-9CDCE699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1587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A5F02-597A-4A9D-8C92-3C08D68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前端构建模块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F20F1-23A7-414A-BB38-66CC9EFD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19300"/>
            <a:ext cx="247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AB929-85CE-4183-9DE2-F79404E4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1 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CEFA5-366A-4BD2-B763-AE16416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合成数据 JEV 烟测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82294-2CAC-40BE-9BEA-CC0DC44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已走通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4F52D-A337-4C49-BAE9-DAEACCB8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查询进度 → 人工确认 → 未揽收催办 → 揽收 → 送达结案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7A934-9BDE-4913-9DAA-9BC183BC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F9F64-5D15-414A-82C8-42290FF5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44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4453A"/>
                </a:solidFill>
                <a:latin typeface="Microsoft YaHei"/>
                <a:ea typeface="Microsoft YaHei"/>
                <a:cs typeface="Microsoft YaHei"/>
              </a:rPr>
              <a:t>尚未证明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CF3AD-3B96-4CB3-84C1-FA5F06C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真实用户效果 · 市场发生率 · 生产级稳定性 · 阈值校准 · 千牛正式接入</a:t>
            </a:r>
          </a:p>
        </p:txBody>
      </p:sp>
    </p:spTree>
    <p:extLst>
      <p:ext uri="{BB962C8B-B14F-4D97-AF65-F5344CB8AC3E}">
        <p14:creationId xmlns:p14="http://schemas.microsoft.com/office/powerpoint/2010/main" val="885207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7C6B8A-FF54-4814-9057-9A050D55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COVENIA · 数据共情者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4343E-8A2D-4D03-B5C3-8D0E25C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提交前，把原型、证据和声明放在一起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7A1DB-708C-494D-B916-F873588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89DF1-0900-4CEC-A961-93DA7BB1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D80"/>
                </a:solidFill>
                <a:latin typeface="Microsoft YaHei"/>
                <a:ea typeface="Microsoft YaHei"/>
                <a:cs typeface="Microsoft YaHei"/>
              </a:rPr>
              <a:t>Covenia｜比赛原型说明 ·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07208-DB6C-402E-A27E-DEB6597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A81E2-97EE-44F3-A3BA-20CCA318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项目包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F388E-8A9E-4AF0-AC0F-5E886D9D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B3F7D-003E-47FB-8B47-6BD6101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源代码与启动脚本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8042A-7ACD-41EE-9DD1-48D177CC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3CC76-C31F-4E2E-BC8A-C202611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接口与规则说明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CFDC7-4DCB-473F-AA20-BED409DC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70D30-1117-43AF-B5AC-0C718645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模拟数据与素材声明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1AA44-CC8B-48DC-B755-DF56EB2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52D88-001F-48EF-A169-81F3941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测试与运行指南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84C12-3EE2-4486-9C04-6AF5D51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0924C-B32D-4C08-8FF8-C7610EF3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9"/>
                </a:solidFill>
                <a:latin typeface="Microsoft YaHei"/>
                <a:ea typeface="Microsoft YaHei"/>
                <a:cs typeface="Microsoft YaHei"/>
              </a:rPr>
              <a:t>演示材料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8BE72-331C-499A-B6B7-A874CA6F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ACA82-3DBF-4B20-99FA-904985F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答辩演示稿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92CBF-7673-4C69-881C-E56C4034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3A7ED-66B3-4E00-A6AA-A8DB1FF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4 分钟主链讲解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AEE7F-CAE8-49DE-9DBB-D573FECE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63962-A92C-473A-AD5E-B7D2AFEB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挑战案例与现场操作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B3F5A-8F66-40AE-B7A9-9249FCC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FD478-04A0-4D6F-8B4E-88707B5B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录屏需由团队实际录制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45EEA-E9E3-4632-99AA-5FCFC4C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CE5"/>
          </a:solidFill>
          <a:ln xmlns:a="http://schemas.openxmlformats.org/drawingml/2006/main" w="9525">
            <a:solidFill>
              <a:srgbClr val="D8E1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932EA-9503-4D14-9712-2C603CA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72B50"/>
                </a:solidFill>
                <a:latin typeface="Microsoft YaHei"/>
                <a:ea typeface="Microsoft YaHei"/>
                <a:cs typeface="Microsoft YaHei"/>
              </a:rPr>
              <a:t>团队补齐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CA588-27F0-48E7-955F-CB6E5EF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06587-3480-4601-9DC7-2677A69A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天池队伍名与成员信息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A3F22-DC8A-4A5C-A472-6F53F7D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1341C-519A-4AC7-AF34-114603C7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平台附件栏位确认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49E3F9-99E7-420C-84C1-DC284BD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89B26-A7BB-4D5F-A98A-5DCC19C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052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真实访谈/问卷结果（如有）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4D6ED-3E64-4C6E-93AA-D07618C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7B6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483DA1-8A83-46EF-86EA-3C44210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671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E35"/>
                </a:solidFill>
                <a:latin typeface="Microsoft YaHei"/>
                <a:ea typeface="Microsoft YaHei"/>
                <a:cs typeface="Microsoft YaHei"/>
              </a:rPr>
              <a:t>最终提交前独立验收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B482D-20CE-4D36-A35A-6F9BE241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1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414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66C1CC-D6DD-4520-8B9E-E6B2680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DE8DD"/>
                </a:solidFill>
                <a:latin typeface="Microsoft YaHei"/>
                <a:ea typeface="Microsoft YaHei"/>
                <a:cs typeface="Microsoft YaHei"/>
              </a:rPr>
              <a:t>Covenia 的主张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790CD4-4A3C-4902-83A9-BDE247C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不让消费者重复讲述；不让有效承诺在交接中消失。</a:t>
            </a:r>
          </a:p>
        </p:txBody>
      </p:sp>
    </p:spTree>
    <p:extLst>
      <p:ext uri="{BB962C8B-B14F-4D97-AF65-F5344CB8AC3E}">
        <p14:creationId xmlns:p14="http://schemas.microsoft.com/office/powerpoint/2010/main" val="600049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2026-10-02T17:11:39.4140000Z</dcterms:created>
  <dcterms:modified xsi:type="dcterms:W3CDTF">2026-10-02T17:11:39.4140000Z</dcterms:modified>
</coreProperties>
</file>