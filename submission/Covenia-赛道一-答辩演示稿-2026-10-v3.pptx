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2b6259fcc64e2c" /><Relationship Type="http://schemas.openxmlformats.org/officeDocument/2006/relationships/extended-properties" Target="/docProps/app.xml" Id="Re2d028397b4d4c86" /><Relationship Type="http://schemas.openxmlformats.org/officeDocument/2006/relationships/officeDocument" Target="/ppt/presentation.xml" Id="R89a8e13da84443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17e0452cd4794"/>
  </p:sldMasterIdLst>
  <p:notesMasterIdLst>
    <p:notesMasterId xmlns:r="http://schemas.openxmlformats.org/officeDocument/2006/relationships" r:id="R7c2f3335c2504c69"/>
  </p:notesMasterIdLst>
  <p:sldIdLst>
    <p:sldId xmlns:r="http://schemas.openxmlformats.org/officeDocument/2006/relationships" id="256" r:id="R85a0b8568c58439e"/>
    <p:sldId xmlns:r="http://schemas.openxmlformats.org/officeDocument/2006/relationships" id="257" r:id="R0dfca68559a14b42"/>
    <p:sldId xmlns:r="http://schemas.openxmlformats.org/officeDocument/2006/relationships" id="258" r:id="Rf7089213e5034052"/>
    <p:sldId xmlns:r="http://schemas.openxmlformats.org/officeDocument/2006/relationships" id="259" r:id="R2eee4d9cd7de4e72"/>
    <p:sldId xmlns:r="http://schemas.openxmlformats.org/officeDocument/2006/relationships" id="260" r:id="R315b319f2e8440b1"/>
    <p:sldId xmlns:r="http://schemas.openxmlformats.org/officeDocument/2006/relationships" id="261" r:id="Rbc718cf3d4654d14"/>
    <p:sldId xmlns:r="http://schemas.openxmlformats.org/officeDocument/2006/relationships" id="262" r:id="R9c158f03d3254e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733c1fedb4671" /><Relationship Type="http://schemas.openxmlformats.org/officeDocument/2006/relationships/slideMaster" Target="/ppt/slideMasters/slideMaster1.xml" Id="Rbff17e0452cd4794" /><Relationship Type="http://schemas.openxmlformats.org/officeDocument/2006/relationships/notesMaster" Target="/ppt/notesMasters/notesMaster1.xml" Id="R7c2f3335c2504c69" /><Relationship Type="http://schemas.openxmlformats.org/officeDocument/2006/relationships/presProps" Target="/ppt/presProps.xml" Id="Rebc38f24e1f442c6" /><Relationship Type="http://schemas.openxmlformats.org/officeDocument/2006/relationships/tableStyles" Target="/ppt/tableStyles.xml" Id="R99ba9b7afa2545aa" /><Relationship Type="http://schemas.openxmlformats.org/officeDocument/2006/relationships/slide" Target="/ppt/slides/slide1.xml" Id="R85a0b8568c58439e" /><Relationship Type="http://schemas.openxmlformats.org/officeDocument/2006/relationships/slide" Target="/ppt/slides/slide2.xml" Id="R0dfca68559a14b42" /><Relationship Type="http://schemas.openxmlformats.org/officeDocument/2006/relationships/slide" Target="/ppt/slides/slide3.xml" Id="Rf7089213e5034052" /><Relationship Type="http://schemas.openxmlformats.org/officeDocument/2006/relationships/slide" Target="/ppt/slides/slide4.xml" Id="R2eee4d9cd7de4e72" /><Relationship Type="http://schemas.openxmlformats.org/officeDocument/2006/relationships/slide" Target="/ppt/slides/slide5.xml" Id="R315b319f2e8440b1" /><Relationship Type="http://schemas.openxmlformats.org/officeDocument/2006/relationships/slide" Target="/ppt/slides/slide6.xml" Id="Rbc718cf3d4654d14" /><Relationship Type="http://schemas.openxmlformats.org/officeDocument/2006/relationships/slide" Target="/ppt/slides/slide7.xml" Id="R9c158f03d3254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7b2beb4ea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fd39d2f044ad9" /><Relationship Type="http://schemas.openxmlformats.org/officeDocument/2006/relationships/notesMaster" Target="/ppt/notesMasters/notesMaster1.xml" Id="R0def8b08f6ea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a8ab56313f472c" /><Relationship Type="http://schemas.openxmlformats.org/officeDocument/2006/relationships/notesMaster" Target="/ppt/notesMasters/notesMaster1.xml" Id="Rb88078b487a541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ea90512af84e6b" /><Relationship Type="http://schemas.openxmlformats.org/officeDocument/2006/relationships/notesMaster" Target="/ppt/notesMasters/notesMaster1.xml" Id="R360c53468df647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dad83ef5094e8a" /><Relationship Type="http://schemas.openxmlformats.org/officeDocument/2006/relationships/notesMaster" Target="/ppt/notesMasters/notesMaster1.xml" Id="R2d6847d51c2749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8c82fca074ec9" /><Relationship Type="http://schemas.openxmlformats.org/officeDocument/2006/relationships/notesMaster" Target="/ppt/notesMasters/notesMaster1.xml" Id="R85e07c86c2f6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3bb17e1864416" /><Relationship Type="http://schemas.openxmlformats.org/officeDocument/2006/relationships/notesMaster" Target="/ppt/notesMasters/notesMaster1.xml" Id="R3f3402471efa43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33a9d5e32a4602" /><Relationship Type="http://schemas.openxmlformats.org/officeDocument/2006/relationships/notesMaster" Target="/ppt/notesMasters/notesMaster1.xml" Id="R91835d289025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封面。界面截图来自 codex/bc-v1.1-optimized 的 2026-10-04 本地验收版本。当前产品为千牛风格工作台中的比赛原型，尚未接入真实千牛账号、消息发送渠道或生产系统。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产品问题陈述来自项目自身的服务旅程设计，不引用未验证的行业发生率或欧莱雅内部数据。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产品主链来自项目文档 docs/04-responsibility-loop.md、docs/03-firewall-rules.md 和 MODEL_GOVERNANCE.md。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主案例来源于赛事会话 S00001，并在运行时映射为 DEMO_001。最新版已验证重复索证拦截、人工确认、未揽收催办、揽收跟进和送达闭环。截图来自 2026-10-04 本地验收，商品图片为团队生成的演示素材。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数据来自 IMPLEMENTATION-STATUS.md 和 QA-ACCEPTANCE.md。真实 API 对一条合成样例返回有效结果，情绪恶化概率 0.93，耗时约 1.65 秒。该数字是一次未校准的模型输出，不代表准确率或业务效果。确定性规则和人工确认继续决定服务动作。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测试数字来自 codex/bc-v1.1-optimized 的 QA-ACCEPTANCE.md 最新一节：前端 23/23、后端 22/22、生产构建 1589 个模块。主案例和两条支线已由 Codex 在独立浏览器环境自验，第三方独立验收仍未完成。这些数据属于工程验证，不代表用户效果、模型准确率、ROI 或生产 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案例均为本地合成演示。主案例展示已有证据复用和履约闭环。补图案例展示商品范围变化，收到正确近照后证据状态变为已齐，责任转回品牌。使用不适案例展示专员接手和主动回访。模拟补图、接手和回访不代表已经连接真实上传、人工任务或外呼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5c3b051ca4c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1c9bd2af624154" /><Relationship Type="http://schemas.openxmlformats.org/officeDocument/2006/relationships/slideLayout" Target="/ppt/slideLayouts/slideLayout1.xml" Id="Ra3cbf11259e946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cbf11259e946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57aecc2944c84" /><Relationship Type="http://schemas.openxmlformats.org/officeDocument/2006/relationships/image" Target="/ppt/media/image.png" Id="Rd3f66f0b6e8b48b9" /><Relationship Type="http://schemas.openxmlformats.org/officeDocument/2006/relationships/notesSlide" Target="/ppt/notesSlides/notesSlide1.xml" Id="R55f3aa076de245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6828967b84132" /><Relationship Type="http://schemas.openxmlformats.org/officeDocument/2006/relationships/notesSlide" Target="/ppt/notesSlides/notesSlide2.xml" Id="R0fdcd08dfd62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27262ef724437" /><Relationship Type="http://schemas.openxmlformats.org/officeDocument/2006/relationships/notesSlide" Target="/ppt/notesSlides/notesSlide3.xml" Id="R3798a641bae149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24559047848f8" /><Relationship Type="http://schemas.openxmlformats.org/officeDocument/2006/relationships/image" Target="/ppt/media/image2.png" Id="Ra5542910ea1547e4" /><Relationship Type="http://schemas.openxmlformats.org/officeDocument/2006/relationships/notesSlide" Target="/ppt/notesSlides/notesSlide4.xml" Id="Rf11d3e5b815c46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d7f43c2304040" /><Relationship Type="http://schemas.openxmlformats.org/officeDocument/2006/relationships/notesSlide" Target="/ppt/notesSlides/notesSlide5.xml" Id="Re575f9e68a46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9a7adfb5f4fa7" /><Relationship Type="http://schemas.openxmlformats.org/officeDocument/2006/relationships/notesSlide" Target="/ppt/notesSlides/notesSlide6.xml" Id="R92ee8490c284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4ac3366414760" /><Relationship Type="http://schemas.openxmlformats.org/officeDocument/2006/relationships/notesSlide" Target="/ppt/notesSlides/notesSlide7.xml" Id="Rcf60069ee5604e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1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085DE-8B86-4F4F-BC89-00B33CA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95F0-640C-42BA-A15F-41F5B0D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4F54"/>
              </a:gs>
              <a:gs pos="100000">
                <a:srgbClr val="0B343A"/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1F321-4237-423F-AEE9-5E4221D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COVENIA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C51E7-B8C1-4438-BC8A-19C0FFA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60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4F523-0B97-457A-BC89-1433BC06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AI 美妆科技黑客松 · 赛道一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49D6B-F77A-416A-8E8F-A1DEF84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让服务承诺，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3D522-4617-4977-A7F3-3BF2801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在聊天结束后继续履行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9316-319D-42C6-8530-6FD25C37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7D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BD7"/>
                </a:solidFill>
                <a:latin typeface="Microsoft YaHei"/>
                <a:ea typeface="Microsoft YaHei"/>
                <a:cs typeface="Microsoft YaHei"/>
              </a:rPr>
              <a:t>千牛工作台中的 Customer Continuity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2FCB4-05C4-4227-A7D1-7D2B83C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097B3-7100-463B-996F-40383219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复用已提交证据，让已确认承诺持续履行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66f0b6e8b48b9"/>
          <a:srcRect xmlns:a="http://schemas.openxmlformats.org/drawingml/2006/main" l="0" t="0" r="0" b="2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791450" y="933450"/>
            <a:ext cx="3714750" cy="491490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BF79B-4425-4A54-AF64-5AF606E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7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6C1"/>
                </a:solidFill>
                <a:latin typeface="Microsoft YaHei"/>
                <a:ea typeface="Microsoft YaHei"/>
                <a:cs typeface="Microsoft YaHei"/>
              </a:rPr>
              <a:t>本地比赛原型｜非生产系统</a:t>
            </a:r>
          </a:p>
        </p:txBody>
      </p:sp>
    </p:spTree>
    <p:extLst>
      <p:ext uri="{BB962C8B-B14F-4D97-AF65-F5344CB8AC3E}">
        <p14:creationId xmlns:p14="http://schemas.microsoft.com/office/powerpoint/2010/main" val="1097211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3E09B-BDC1-4BEC-8E67-802A4B52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AAA4-70B7-42AB-90B7-26B86C3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售后会话结束，服务责任不应随之消失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57748-B6FD-4E90-9906-01400C3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834B-3D14-47D5-BF29-93F5A00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6610-D874-4A85-9CC9-EC41AEFA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rPr>
              <a:t>客服看到的是一段段对话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4FB7C-4B51-46A0-8808-FB42A9E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rPr>
              <a:t>消费者经历的是一条未完成的服务旅程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14AF4-A14E-4FE6-8CFE-802FBB1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DC38-3D7C-463F-9A59-D9C60F9C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已经发过的照片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E1FBB-FF1D-4253-AA2F-E6E9172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换货单是否创建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EBCA-E27D-4A41-808D-232FC3D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承诺什么时候发出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3D8E-27A3-45A6-A64B-E9A2E73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谁会继续跟进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F1EB3-82CF-4553-8B66-A28CCFF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43150"/>
            <a:ext cx="5572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9525">
            <a:solidFill>
              <a:srgbClr val="C2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61393-40E1-490E-88D5-4E1A94F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重复解释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1B85-0663-4583-A980-0EE129D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重复提交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379D8-F938-4544-8FD3-5FE8A284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反复催问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DD09-2887-40D2-A8DD-C831685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责任断点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67AB2-8451-470B-AB88-5727925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281F3-FE5A-42AA-B231-1D470D0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消费者不该成为自己售后问题的项目经理。</a:t>
            </a:r>
          </a:p>
        </p:txBody>
      </p:sp>
    </p:spTree>
    <p:extLst>
      <p:ext uri="{BB962C8B-B14F-4D97-AF65-F5344CB8AC3E}">
        <p14:creationId xmlns:p14="http://schemas.microsoft.com/office/powerpoint/2010/main" val="1601622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A8BF1C-F060-439E-A4AC-A14F11A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8FFE-A876-4761-878E-59B9501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把聊天里的承诺，变成持续运行的服务责任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3274D-14D4-41BC-A040-9E47C72C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C801D-62DD-4F04-B981-B3B4EC2F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5EF32-D646-4593-AD70-7D6E095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6313-14D5-4326-84FE-C60AE548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0CF8-4686-4DC6-8960-BE37CC7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恢复事实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6921F-1100-4D9E-9D99-017015AC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聊天 · 图片 · 工单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FC3CC-2BA6-427F-BC58-DBD35C0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A7F67-F334-46CD-A328-FC7E04F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384DB-A0C3-47AB-9687-0B12BA53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CDC45-9145-4723-9524-EB8AF39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识别承诺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85E2-B6C1-4C96-BEA2-F807EB23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原文 · 责任方 · 截止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D7F2B-9993-46FD-8216-F6CD409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B28E7-0BE1-468A-9945-7EEEBDA8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107F3-99C1-4807-A936-672CCD6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611C8-87BD-492C-9BC2-B3DB1D9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动作前检查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14EC-F5EF-465E-85A3-ED4F23F3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证据范围 · 禁止动作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E4EB-100E-4014-845B-90F8D6E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6CA93-E77D-429F-97B6-1958961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9525">
            <a:solidFill>
              <a:srgbClr val="A9D9C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88D60-DAA4-4E14-A6F3-283FC10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9B787-5DC9-4A44-9800-D0F10AB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66724-D727-4FF7-B2FD-8768D2F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批准后建立责任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722D6-3E5B-4510-BE49-54139D0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C611E-C5CB-47F3-8EC5-D168F077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78055-A52D-4119-B445-664AF7F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5A4B0-6980-48DB-9F13-10897FB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持续跟进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E83A1-7CE5-433D-9C99-C7EFD1C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催办 · 升级 · 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C3BFC-9B3E-41A1-B18F-F091F49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EF78E-F30E-4C2A-82DC-D86437F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DB85AB-C0B9-4DE5-995B-989BC6E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2FE20B-03A2-4050-97EA-33F1116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验证闭环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32C872-CC37-48CE-AD6A-1A2BBCC6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物流状态 · 解决回执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8D3DB5-B1B0-473F-BA9E-C958721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15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CFB3F7-C157-4F07-8577-EB9608D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C4067-7074-4D37-8543-B2CFC21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JEV 提供可解释的软信号。确定性规则处理责任边界，高影响动作由客服确认。</a:t>
            </a:r>
          </a:p>
        </p:txBody>
      </p:sp>
    </p:spTree>
    <p:extLst>
      <p:ext uri="{BB962C8B-B14F-4D97-AF65-F5344CB8AC3E}">
        <p14:creationId xmlns:p14="http://schemas.microsoft.com/office/powerpoint/2010/main" val="736050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ABD09-937A-4759-8159-31C218F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30E2-3375-49F2-A8EE-0DE1D5E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主案例：换货承诺如何跨会话继续执行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42A72-A9C0-46C1-AE6E-FF5564B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C7B51-1A2F-4766-888F-D6B0A6C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42910ea1547e4"/>
          <a:srcRect xmlns:a="http://schemas.openxmlformats.org/drawingml/2006/main" l="8000" t="0" r="2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1790700"/>
            <a:ext cx="4810125" cy="4048125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5E252-D033-4B0D-9596-826460C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6509-1A54-4CF1-9A69-93A7C8C2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赛事模拟案例 S00001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7C2D3-AA87-47CD-ABA3-5BC3897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B812F-34B5-4745-8598-ADB1B34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4E146-A3EA-415D-8D55-1A365147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泵头图片已提交，换货单已创建。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6F23A-B58D-4FF1-8066-C5EF45C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9E61A-7DB7-4330-A591-7E73E7E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DF503-55F1-4871-9F65-E91534E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发送前拦截重复索图和无依据保证。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D24AD-3624-4B63-89A3-D1B709E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7B6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6BA9F-23B5-4F0E-980F-8F80DE3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负责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D7FA6-5049-4586-A5D3-4CA2241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862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人工确认责任方和下一次更新时间。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0F484-C4D1-457C-BF18-8FC3CCC3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1487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8A6DC-FB18-4C56-9F8C-A4E70F7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7677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76CFD-BF3B-4506-B3CD-8835A668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767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未揽收催办，揽收后跟进，送达后完成责任。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AB79C-2623-4F2D-902B-8C84C31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57850"/>
            <a:ext cx="523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4E003-E143-44A1-AF75-A1B91F6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D4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4A3D"/>
                </a:solidFill>
                <a:latin typeface="Microsoft YaHei"/>
                <a:ea typeface="Microsoft YaHei"/>
                <a:cs typeface="Microsoft YaHei"/>
              </a:rPr>
              <a:t>截图与商品图均为本地演示素材，不代表真实消费者记录。</a:t>
            </a:r>
          </a:p>
        </p:txBody>
      </p:sp>
    </p:spTree>
    <p:extLst>
      <p:ext uri="{BB962C8B-B14F-4D97-AF65-F5344CB8AC3E}">
        <p14:creationId xmlns:p14="http://schemas.microsoft.com/office/powerpoint/2010/main" val="821589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1DAF4-A502-45E0-A505-6BE083D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10F2A-1632-4986-82EF-740B85D7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AI 负责理解，规则负责守边界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6A686-A3A7-4344-B7B7-0EB7EFF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97CB-3A55-47D9-BA0C-D6895DA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BCF3D-962F-4528-98F5-A8ACD5EF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8E3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91ED-D04A-4C32-A454-27EF988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JEV 可解释信号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A73E-C6B9-48AF-94D1-CB869225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情绪趋势和建议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当次模型估计（未校准）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可展开的原始对话依据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E5B82-7885-4A34-BE2B-E009361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DC69B-6CBA-4809-B22E-8E4783D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86C02-C704-467D-B4D1-4360BC3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证据与商品范围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否定句和查询意图区分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承诺与物流状态转换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9CF33-28ED-45F9-9408-FC3B61F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E8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12F1-FFF8-40FE-87B6-556584DF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A5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D2D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0667-E047-407D-96C6-00CA278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批准后才建立责任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确认责任方与更新时间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高影响动作保留给人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0BF8E-783D-4D7C-B0C7-DD083DA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C95B1-F8CA-4B50-99B8-535122B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9EF03-11C9-4C51-85E3-7508AB8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AB724-09E1-4784-99B1-22D9304B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62575"/>
            <a:ext cx="998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JEV 烟测完成 1 次。概率阈值仍未校准，模型不可用时不显示伪造结果。</a:t>
            </a:r>
          </a:p>
        </p:txBody>
      </p:sp>
    </p:spTree>
    <p:extLst>
      <p:ext uri="{BB962C8B-B14F-4D97-AF65-F5344CB8AC3E}">
        <p14:creationId xmlns:p14="http://schemas.microsoft.com/office/powerpoint/2010/main" val="143774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A0F9B-97AB-402D-87C0-5687768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A745B-D2F5-4A5D-AE8A-C57A3984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原型闭环已经验证，业务效果仍待验证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07AE1-4556-4C25-A45B-6277C31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8556A-8FE7-4F30-A2B5-C440BB7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6F19B-7DF6-4F94-9198-539E8F0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FAA1-59EE-4BF5-B8D3-0F5FD0D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23/23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4B2F-8057-4D9E-911A-D9CB7E6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B6C27-56BD-4C3F-A628-87120FC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13CB3-6FAD-4F63-8BA5-582E778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22/22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AED5-7CBB-4EA5-8D9B-6D0A6CE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3C585-87A7-4D52-A1C5-C84571CB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3B16-DB4F-41ED-A74A-9CDCE69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1589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A5F02-597A-4A9D-8C92-3C08D68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前端构建模块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F20F1-23A7-414A-BB38-66CC9EF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AB929-85CE-4183-9DE2-F79404E4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1 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CEFA5-366A-4BD2-B763-AE16416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合成数据 JEV 烟测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82294-2CAC-40BE-9BEA-CC0DC44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已走通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4F52D-A337-4C49-BAE9-DAEACCB8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重复索证拦截 → 人工确认 → 未揽收催办 → 揽收跟进 → 送达闭环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7A934-9BDE-4913-9DAA-9BC183B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F9F64-5D15-414A-82C8-42290FF5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44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4453A"/>
                </a:solidFill>
                <a:latin typeface="Microsoft YaHei"/>
                <a:ea typeface="Microsoft YaHei"/>
                <a:cs typeface="Microsoft YaHei"/>
              </a:rPr>
              <a:t>演示边界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CF3AD-3B96-4CB3-84C1-FA5F06C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本地模拟工作台 · 预置图文案例 · JEV 未校准 · 未接入真实千牛与生产系统</a:t>
            </a:r>
          </a:p>
        </p:txBody>
      </p:sp>
    </p:spTree>
    <p:extLst>
      <p:ext uri="{BB962C8B-B14F-4D97-AF65-F5344CB8AC3E}">
        <p14:creationId xmlns:p14="http://schemas.microsoft.com/office/powerpoint/2010/main" val="885207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7C6B8A-FF54-4814-9057-9A050D55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4343E-8A2D-4D03-B5C3-8D0E25C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三个案例验证不同服务动作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7A1DB-708C-494D-B916-F873588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89DF1-0900-4CEC-A961-93DA7BB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07208-DB6C-402E-A27E-DEB6597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A81E2-97EE-44F3-A3BA-20CCA318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主案例｜已有证据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F388E-8A9E-4AF0-AC0F-5E886D9D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B3F7D-003E-47FB-8B47-6BD6101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泵头图片已经提交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8042A-7ACD-41EE-9DD1-48D177C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3CC76-C31F-4E2E-BC8A-C202611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拦截再次索取同范围照片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CFDC7-4DCB-473F-AA20-BED409D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70D30-1117-43AF-B5AC-0C718645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人工确认后持续跟踪物流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1AA44-CC8B-48DC-B755-DF56EB2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52D88-001F-48EF-A169-81F3941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送达后完成服务责任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84C12-3EE2-4486-9C04-6AF5D51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0924C-B32D-4C08-8FF8-C7610EF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补图案例｜范围变化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8BE72-331C-499A-B6B7-A874CA6F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ACA82-3DBF-4B20-99FA-904985F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现有照片对应其他商品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92CBF-7673-4C69-881C-E56C4034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3A7ED-66B3-4E00-A6AA-A8DB1FF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只补当前商品所需近照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AEE7F-CAE8-49DE-9DBB-D573FECE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63962-A92C-473A-AD5E-B7D2AFEB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收到材料后更新证据状态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B3F5A-8F66-40AE-B7A9-9249FCC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FD478-04A0-4D6F-8B4E-88707B5B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处理责任重新回到品牌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45EEA-E9E3-4632-99AA-5FCFC4C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CE5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932EA-9503-4D14-9712-2C603CA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使用不适｜人工接手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CA588-27F0-48E7-955F-CB6E5EF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06587-3480-4601-9DC7-2677A69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消费者拒绝上传面部照片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A3F22-DC8A-4A5C-A472-6F53F7D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1341C-519A-4AC7-AF34-114603C7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系统建议售后专员介入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9E3F9-99E7-420C-84C1-DC284BD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89B26-A7BB-4D5F-A98A-5DCC19C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记录接手人与更新时间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4D6ED-3E64-4C6E-93AA-D07618C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83DA1-8A83-46EF-86EA-3C44210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模拟专员主动回访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B482D-20CE-4D36-A35A-6F9BE241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1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6C1CC-D6DD-4520-8B9E-E6B2680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当前差异化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90CD4-4A3C-4902-83A9-BDE247C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同一句“再发照片”，会根据证据范围、风险和责任状态采取不同动作。</a:t>
            </a:r>
          </a:p>
        </p:txBody>
      </p:sp>
    </p:spTree>
    <p:extLst>
      <p:ext uri="{BB962C8B-B14F-4D97-AF65-F5344CB8AC3E}">
        <p14:creationId xmlns:p14="http://schemas.microsoft.com/office/powerpoint/2010/main" val="600049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2026-10-05T05:51:30.6830000Z</dcterms:created>
  <dcterms:modified xsi:type="dcterms:W3CDTF">2026-10-05T05:51:30.6830000Z</dcterms:modified>
</coreProperties>
</file>