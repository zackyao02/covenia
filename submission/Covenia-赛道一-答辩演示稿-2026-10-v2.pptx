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1026defc494d18" /><Relationship Type="http://schemas.openxmlformats.org/officeDocument/2006/relationships/extended-properties" Target="/docProps/app.xml" Id="R8b4cbbcb360b4483" /><Relationship Type="http://schemas.openxmlformats.org/officeDocument/2006/relationships/officeDocument" Target="/ppt/presentation.xml" Id="R6e2b0b7a0e404f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9b5f123ae94439"/>
  </p:sldMasterIdLst>
  <p:notesMasterIdLst>
    <p:notesMasterId xmlns:r="http://schemas.openxmlformats.org/officeDocument/2006/relationships" r:id="Re3ffde69479649df"/>
  </p:notesMasterIdLst>
  <p:sldIdLst>
    <p:sldId xmlns:r="http://schemas.openxmlformats.org/officeDocument/2006/relationships" id="256" r:id="Rfb7f5302fc994d11"/>
    <p:sldId xmlns:r="http://schemas.openxmlformats.org/officeDocument/2006/relationships" id="257" r:id="R6b6908455863434b"/>
    <p:sldId xmlns:r="http://schemas.openxmlformats.org/officeDocument/2006/relationships" id="258" r:id="Rda6023d8e3b14ec0"/>
    <p:sldId xmlns:r="http://schemas.openxmlformats.org/officeDocument/2006/relationships" id="259" r:id="Ra9db0d5f301e4f75"/>
    <p:sldId xmlns:r="http://schemas.openxmlformats.org/officeDocument/2006/relationships" id="260" r:id="R8d3ce9f6aa2b4a59"/>
    <p:sldId xmlns:r="http://schemas.openxmlformats.org/officeDocument/2006/relationships" id="261" r:id="R6017e768958646b8"/>
    <p:sldId xmlns:r="http://schemas.openxmlformats.org/officeDocument/2006/relationships" id="262" r:id="Rd6786287d74843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6fb5b08ff746ec" /><Relationship Type="http://schemas.openxmlformats.org/officeDocument/2006/relationships/slideMaster" Target="/ppt/slideMasters/slideMaster1.xml" Id="R0a9b5f123ae94439" /><Relationship Type="http://schemas.openxmlformats.org/officeDocument/2006/relationships/notesMaster" Target="/ppt/notesMasters/notesMaster1.xml" Id="Re3ffde69479649df" /><Relationship Type="http://schemas.openxmlformats.org/officeDocument/2006/relationships/presProps" Target="/ppt/presProps.xml" Id="R21c56e17def14076" /><Relationship Type="http://schemas.openxmlformats.org/officeDocument/2006/relationships/tableStyles" Target="/ppt/tableStyles.xml" Id="Rb0d04ec01d924950" /><Relationship Type="http://schemas.openxmlformats.org/officeDocument/2006/relationships/slide" Target="/ppt/slides/slide1.xml" Id="Rfb7f5302fc994d11" /><Relationship Type="http://schemas.openxmlformats.org/officeDocument/2006/relationships/slide" Target="/ppt/slides/slide2.xml" Id="R6b6908455863434b" /><Relationship Type="http://schemas.openxmlformats.org/officeDocument/2006/relationships/slide" Target="/ppt/slides/slide3.xml" Id="Rda6023d8e3b14ec0" /><Relationship Type="http://schemas.openxmlformats.org/officeDocument/2006/relationships/slide" Target="/ppt/slides/slide4.xml" Id="Ra9db0d5f301e4f75" /><Relationship Type="http://schemas.openxmlformats.org/officeDocument/2006/relationships/slide" Target="/ppt/slides/slide5.xml" Id="R8d3ce9f6aa2b4a59" /><Relationship Type="http://schemas.openxmlformats.org/officeDocument/2006/relationships/slide" Target="/ppt/slides/slide6.xml" Id="R6017e768958646b8" /><Relationship Type="http://schemas.openxmlformats.org/officeDocument/2006/relationships/slide" Target="/ppt/slides/slide7.xml" Id="Rd6786287d74843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9eab4af77c4d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937a5acd954f8c" /><Relationship Type="http://schemas.openxmlformats.org/officeDocument/2006/relationships/notesMaster" Target="/ppt/notesMasters/notesMaster1.xml" Id="R472220dc7d6e46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707b5ac19942e0" /><Relationship Type="http://schemas.openxmlformats.org/officeDocument/2006/relationships/notesMaster" Target="/ppt/notesMasters/notesMaster1.xml" Id="R2e8339f616bb41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0361c01451425e" /><Relationship Type="http://schemas.openxmlformats.org/officeDocument/2006/relationships/notesMaster" Target="/ppt/notesMasters/notesMaster1.xml" Id="Ra7100c6a816c43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475d997f6b46b1" /><Relationship Type="http://schemas.openxmlformats.org/officeDocument/2006/relationships/notesMaster" Target="/ppt/notesMasters/notesMaster1.xml" Id="Rd06c697824d44b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3558ed81cc4445" /><Relationship Type="http://schemas.openxmlformats.org/officeDocument/2006/relationships/notesMaster" Target="/ppt/notesMasters/notesMaster1.xml" Id="R20f0448956bd4f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c7d9d449de49af" /><Relationship Type="http://schemas.openxmlformats.org/officeDocument/2006/relationships/notesMaster" Target="/ppt/notesMasters/notesMaster1.xml" Id="Rb496451fb3f643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e9e9e5c1794857" /><Relationship Type="http://schemas.openxmlformats.org/officeDocument/2006/relationships/notesMaster" Target="/ppt/notesMasters/notesMaster1.xml" Id="R22e47fcdc14a40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封面。Covenia 是嵌入千牛风格工作台的比赛演示原型。本产品尚未接入千牛生产账号或真实发送渠道。赛事信息来源：天池官方赛道列表 https://tianchi.aliyun.com/competition/activeList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产品问题陈述来自项目自身的服务旅程设计，不引用未验证的行业发生率或欧莱雅内部数据。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产品主链来自项目文档 docs/04-responsibility-loop.md、docs/03-firewall-rules.md 和 MODEL_GOVERNANCE.md。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S00001 的原始赛事工作簿提供 Mock 会话、订单、工单与图片路径引用；具体演示图片由团队生成，不是赛事原图。来源说明：SIMULATION_DISCLOSURE.md、frontend/public/evidence/README.md。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JEV 界限与烟测数据来源：MODEL_GOVERNANCE.md、IMPLEMENTATION-STATUS.md（2026-10-03）。单次合成输入得到情绪恶化 0.93；该值不作为准确率或业务效果。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测试数字来自 QA-ACCEPTANCE.md。它们是工程验证，不是用户研究、模型准确率、ROI 或生产 SLA。完整限制见 DELIVERY-GUIDE.md。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天池官方公开列表当前显示赛程 2026-07-17 至 2026-10-20；公开列表未披露附件栏位，因此需要队长登录赛事页确认上传字段、格式和命名。官方页面：https://tianchi.aliyun.com/competition/activeList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ee79bcd9ef45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959c9273ee4fe4" /><Relationship Type="http://schemas.openxmlformats.org/officeDocument/2006/relationships/slideLayout" Target="/ppt/slideLayouts/slideLayout1.xml" Id="Rb87402ae4a5847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7402ae4a5847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c97acc49d4b1a" /><Relationship Type="http://schemas.openxmlformats.org/officeDocument/2006/relationships/image" Target="/ppt/media/image.jpeg" Id="R891839dbf20049f5" /><Relationship Type="http://schemas.openxmlformats.org/officeDocument/2006/relationships/notesSlide" Target="/ppt/notesSlides/notesSlide1.xml" Id="Rfc4e15b96fe248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445f441824eab" /><Relationship Type="http://schemas.openxmlformats.org/officeDocument/2006/relationships/notesSlide" Target="/ppt/notesSlides/notesSlide2.xml" Id="Rd25819b509fc46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56533577a4073" /><Relationship Type="http://schemas.openxmlformats.org/officeDocument/2006/relationships/notesSlide" Target="/ppt/notesSlides/notesSlide3.xml" Id="R7dd68be9b76342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f749d300a4f0b" /><Relationship Type="http://schemas.openxmlformats.org/officeDocument/2006/relationships/image" Target="/ppt/media/image2.jpeg" Id="R0d09f11ce9c4487d" /><Relationship Type="http://schemas.openxmlformats.org/officeDocument/2006/relationships/notesSlide" Target="/ppt/notesSlides/notesSlide4.xml" Id="R920b2550881242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93a7676564a57" /><Relationship Type="http://schemas.openxmlformats.org/officeDocument/2006/relationships/notesSlide" Target="/ppt/notesSlides/notesSlide5.xml" Id="Ree3b07a1e3964e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bdc68bb084d0f" /><Relationship Type="http://schemas.openxmlformats.org/officeDocument/2006/relationships/notesSlide" Target="/ppt/notesSlides/notesSlide6.xml" Id="Rd6aebe34e4da4a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381389f0b450b" /><Relationship Type="http://schemas.openxmlformats.org/officeDocument/2006/relationships/notesSlide" Target="/ppt/notesSlides/notesSlide7.xml" Id="R4c03854d397043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41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085DE-8B86-4F4F-BC89-00B33CAA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14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B95F0-640C-42BA-A15F-41F5B0D2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4191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64F54"/>
              </a:gs>
              <a:gs pos="100000">
                <a:srgbClr val="0B343A"/>
              </a:gs>
            </a:gsLst>
            <a:lin ang="810000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1F321-4237-423F-AEE9-5E4221DF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rPr>
              <a:t>COVENIA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C51E7-B8C1-4438-BC8A-19C0FFAC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2247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E606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4F523-0B97-457A-BC89-1433BC06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858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rPr>
              <a:t>AI 美妆科技黑客松 · 赛道一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49D6B-F77A-416A-8E8F-A1DEF84A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638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让服务承诺，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3D522-4617-4977-A7F3-3BF28016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在聊天结束后继续履行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289316-319D-42C6-8530-6FD25C37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7DB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7DBD7"/>
                </a:solidFill>
                <a:latin typeface="Microsoft YaHei"/>
                <a:ea typeface="Microsoft YaHei"/>
                <a:cs typeface="Microsoft YaHei"/>
              </a:rPr>
              <a:t>千牛客服工作台中的消费者体验责任副驾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2FCB4-05C4-4227-A7D1-7D2B83C5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61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77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097B3-7100-463B-996F-40383219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rPr>
              <a:t>不重复索证 · 不遗忘承诺 · 持续追踪直到解决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839dbf20049f5"/>
          <a:srcRect xmlns:a="http://schemas.openxmlformats.org/drawingml/2006/main" l="28743" t="0" r="287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91450" y="933450"/>
            <a:ext cx="3714750" cy="49149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BF79B-4425-4A54-AF64-5AF606EA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484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7C6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7C6C1"/>
                </a:solidFill>
                <a:latin typeface="Microsoft YaHei"/>
                <a:ea typeface="Microsoft YaHei"/>
                <a:cs typeface="Microsoft YaHei"/>
              </a:rPr>
              <a:t>比赛演示原型｜非生产系统</a:t>
            </a:r>
          </a:p>
        </p:txBody>
      </p:sp>
    </p:spTree>
    <p:extLst>
      <p:ext uri="{BB962C8B-B14F-4D97-AF65-F5344CB8AC3E}">
        <p14:creationId xmlns:p14="http://schemas.microsoft.com/office/powerpoint/2010/main" val="10972119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C3E09B-BDC1-4BEC-8E67-802A4B52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COVENIA · 数据共情者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2AAA4-70B7-42AB-90B7-26B86C3B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售后会话结束，服务责任不应随之消失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57748-B6FD-4E90-9906-01400C36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5834B-3D14-47D5-BF29-93F5A001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Covenia｜比赛原型说明 ·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A6610-D874-4A85-9CC9-EC41AEFA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66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D41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4147"/>
                </a:solidFill>
                <a:latin typeface="Microsoft YaHei"/>
                <a:ea typeface="Microsoft YaHei"/>
                <a:cs typeface="Microsoft YaHei"/>
              </a:rPr>
              <a:t>客服看到的是一段段对话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4FB7C-4B51-46A0-8808-FB42A9EE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D41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4147"/>
                </a:solidFill>
                <a:latin typeface="Microsoft YaHei"/>
                <a:ea typeface="Microsoft YaHei"/>
                <a:cs typeface="Microsoft YaHei"/>
              </a:rPr>
              <a:t>消费者经历的是一条未完成的服务旅程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14AF4-A14E-4FE6-8CFE-802FBB1C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4953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FDC38-3D7C-463F-9A59-D9C60F9C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已经发过的照片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E1FBB-FF1D-4253-AA2F-E6E9172A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换货单是否创建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5EBCA-E27D-4A41-808D-232FC3D6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承诺什么时候发出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E3D8E-27A3-45A6-A64B-E9A2E735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谁会继续跟进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F1EB3-82CF-4553-8B66-A28CCFF2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43150"/>
            <a:ext cx="5572125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9F3EF"/>
          </a:solidFill>
          <a:ln xmlns:a="http://schemas.openxmlformats.org/drawingml/2006/main" w="9525">
            <a:solidFill>
              <a:srgbClr val="C2DCD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C61393-40E1-490E-88D5-4E1A94FF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670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rPr>
              <a:t>重复解释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81B85-0663-4583-A980-0EE129D9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766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rPr>
              <a:t>重复提交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379D8-F938-4544-8FD3-5FE8A284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862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rPr>
              <a:t>反复催问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BCDD09-2887-40D2-A8DD-C8316854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766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责任断点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C67AB2-8451-470B-AB88-5727925D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核心洞察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2281F3-FE5A-42AA-B231-1D470D09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消费者不该成为自己售后问题的项目经理。</a:t>
            </a:r>
          </a:p>
        </p:txBody>
      </p:sp>
    </p:spTree>
    <p:extLst>
      <p:ext uri="{BB962C8B-B14F-4D97-AF65-F5344CB8AC3E}">
        <p14:creationId xmlns:p14="http://schemas.microsoft.com/office/powerpoint/2010/main" val="16016228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A8BF1C-F060-439E-A4AC-A14F11AE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COVENIA · 数据共情者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28FFE-A876-4761-878E-59B95016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把聊天里的承诺，变成持续运行的服务责任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3274D-14D4-41BC-A040-9E47C72C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C801D-62DD-4F04-B981-B3B4EC2F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Covenia｜比赛原型说明 ·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5EF32-D646-4593-AD70-7D6E095E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1685925" cy="228600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96313-14D5-4326-84FE-C60AE548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00CF8-4686-4DC6-8960-BE37CC73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1343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恢复事实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6921F-1100-4D9E-9D99-017015AC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343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聊天 · 图片 · 工单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FC3CC-2BA6-427F-BC58-DBD35C02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4800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22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A7F67-F334-46CD-A328-FC7E04F6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190750"/>
            <a:ext cx="1685925" cy="228600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384DB-A0C3-47AB-9687-0B12BA53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381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CDC45-9145-4723-9524-EB8AF398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838450"/>
            <a:ext cx="1343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识别承诺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B85E2-B6C1-4C96-BEA2-F807EB23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524250"/>
            <a:ext cx="1343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原文 · 责任方 · 截止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ED7F2B-9993-46FD-8216-F6CD4092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04800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22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B28E7-0BE1-468A-9945-7EEEBDA8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90750"/>
            <a:ext cx="1685925" cy="228600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3107F3-99C1-4807-A936-672CCD67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1611C8-87BD-492C-9BC2-B3DB1D99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38450"/>
            <a:ext cx="1343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动作前检查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E14EC-F5EF-465E-85A3-ED4F23F3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1343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证据范围 · 禁止动作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2E4EB-100E-4014-845B-90F8D6E5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4800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22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F6CA93-E77D-429F-97B6-19589611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190750"/>
            <a:ext cx="1685925" cy="228600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E4F3EF"/>
          </a:solidFill>
          <a:ln xmlns:a="http://schemas.openxmlformats.org/drawingml/2006/main" w="9525">
            <a:solidFill>
              <a:srgbClr val="A9D9C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D88D60-DAA4-4E14-A6F3-283FC106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381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99B787-5DC9-4A44-9800-D0F10ABF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838450"/>
            <a:ext cx="1343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A66724-D727-4FF7-B2FD-8768D2F5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524250"/>
            <a:ext cx="1343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批准后建立责任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E722D6-3E5B-4510-BE49-54139D0A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04800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22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5C611E-C5CB-47F3-8EC5-D168F077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1685925" cy="228600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C78055-A52D-4119-B445-664AF7FF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75A4B0-6980-48DB-9F13-10897FB2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38450"/>
            <a:ext cx="1343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持续跟进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8E83A1-7CE5-433D-9C99-C7EFD1C1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24250"/>
            <a:ext cx="1343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催办 · 升级 · 通知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4C3BFC-9B3E-41A1-B18F-F091F493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4800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22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AEF78E-F30E-4C2A-82DC-D86437F7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190750"/>
            <a:ext cx="1685925" cy="228600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DB85AB-C0B9-4DE5-995B-989BC6E7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381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2FE20B-03A2-4050-97EA-33F11165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838450"/>
            <a:ext cx="1343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验证闭环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32C872-CC37-48CE-AD6A-1A2BBCC6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524250"/>
            <a:ext cx="1343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物流状态 · 解决回执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8D3DB5-B1B0-473F-BA9E-C958721C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7156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4147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CFB3F7-C157-4F07-8577-EB9608D5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244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rPr>
              <a:t>产品边界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1C4067-7074-4D37-8543-B2CFC217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10039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提供软信号；确定性规则守住责任与风险；高影响动作由人确认。</a:t>
            </a:r>
          </a:p>
        </p:txBody>
      </p:sp>
    </p:spTree>
    <p:extLst>
      <p:ext uri="{BB962C8B-B14F-4D97-AF65-F5344CB8AC3E}">
        <p14:creationId xmlns:p14="http://schemas.microsoft.com/office/powerpoint/2010/main" val="7360500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DABD09-937A-4759-8159-31C218FD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COVENIA · 数据共情者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730E2-3375-49F2-A8EE-0DE1D5E6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一个案例：泵头破损后的换货承诺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42A72-A9C0-46C1-AE6E-FF5564B7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C7B51-1A2F-4766-888F-D6B0A6C8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Covenia｜比赛原型说明 · 2026.10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9f11ce9c4487d"/>
          <a:srcRect xmlns:a="http://schemas.openxmlformats.org/drawingml/2006/main" l="13348" t="0" r="133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90700"/>
            <a:ext cx="4810125" cy="4048125"/>
          </a:xfrm>
          <a:prstGeom xmlns:a="http://schemas.openxmlformats.org/drawingml/2006/main" prst="roundRect">
            <a:avLst>
              <a:gd name="adj" fmla="val 423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5E252-D033-4B0D-9596-826460C7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09750"/>
            <a:ext cx="1924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06509-1A54-4CF1-9A69-93A7C8C2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28800"/>
            <a:ext cx="1771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赛事模拟案例 S00001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7C2D3-AA87-47CD-ABA3-5BC38978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431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76B6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B812F-34B5-4745-8598-ADB1B34C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05050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已知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4E146-A3EA-415D-8D55-1A365147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050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消费者已提交泵头图片；换货单已创建。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B6F23A-B58D-4FF1-8066-C5EF45CB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33725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76B6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9E61A-7DB7-4330-A591-7E73E7E5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95625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承诺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DDF503-55F1-4871-9F65-E91534E6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95625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客服确认 48 小时内发出。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D24AD-3624-4B63-89A3-D1B709EC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243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7B6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26BA9F-23B5-4F0E-980F-8F80DE39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86200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阻断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BD7FA6-5049-4586-A5D3-4CA2241F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862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避免再次索取已提交的同范围证据。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80F484-C4D1-457C-BF18-8FC3CCC3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14875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76B6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98A6DC-FB18-4C56-9F8C-A4E70F75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76775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B76CFD-BF3B-4506-B3CD-8835A668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76775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人工确认责任后，跟踪揽收、送达与更新。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2AB79C-2623-4F2D-902B-8C84C312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57850"/>
            <a:ext cx="523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24E003-E143-44A1-AF75-A1B91F6F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05475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D4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D4A3D"/>
                </a:solidFill>
                <a:latin typeface="Microsoft YaHei"/>
                <a:ea typeface="Microsoft YaHei"/>
                <a:cs typeface="Microsoft YaHei"/>
              </a:rPr>
              <a:t>截图含团队生成式演示素材，不是消费者原图。</a:t>
            </a:r>
          </a:p>
        </p:txBody>
      </p:sp>
    </p:spTree>
    <p:extLst>
      <p:ext uri="{BB962C8B-B14F-4D97-AF65-F5344CB8AC3E}">
        <p14:creationId xmlns:p14="http://schemas.microsoft.com/office/powerpoint/2010/main" val="8215898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B1DAF4-A502-45E0-A505-6BE083D6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COVENIA · 数据共情者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10F2A-1632-4986-82EF-740B85D7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AI 负责理解，规则负责守边界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6A686-A3A7-4344-B7B7-0EB7EFF5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D97CB-3A55-47D9-BA0C-D6895DAA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Covenia｜比赛原型说明 ·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BCF3D-962F-4528-98F5-A8ACD5EF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3190875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E8E3F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391ED-D04A-4C32-A454-27EF9882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2695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rPr>
              <a:t>JEV 软信号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0A73E-C6B9-48AF-94D1-CB869225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0375"/>
            <a:ext cx="26955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情绪趋势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下一步建议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带概率的辅助判断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E5B82-7885-4A34-BE2B-E0093618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76450"/>
            <a:ext cx="3190875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DCEFE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FDC69B-6CBA-4809-B22E-8E4783D0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81250"/>
            <a:ext cx="2695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确定性规则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86C02-C704-467D-B4D1-4360BC35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00375"/>
            <a:ext cx="26955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证据范围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承诺与时序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禁止动作与状态转换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9CF33-28ED-45F9-9408-FC3B61F8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76450"/>
            <a:ext cx="3190875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7E8D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512F1-FFF8-40FE-87B6-556584DF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81250"/>
            <a:ext cx="2695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A5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A5D2D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20667-E047-407D-96C6-00CA2783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0375"/>
            <a:ext cx="26955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批准服务责任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确认责任方与更新时间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高影响决策保留给人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80BF8E-783D-4D7C-B0C7-DD083DA9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765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C95B1-F8CA-4B50-99B8-535122B4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765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59EF03-11C9-4C51-85E3-7508AB8E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10439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414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2AB724-09E1-4784-99B1-22D9304B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62575"/>
            <a:ext cx="998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 JEV 烟测：1 次合成样例成功；概率阈值未校准，不代表真实业务效果。</a:t>
            </a:r>
          </a:p>
        </p:txBody>
      </p:sp>
    </p:spTree>
    <p:extLst>
      <p:ext uri="{BB962C8B-B14F-4D97-AF65-F5344CB8AC3E}">
        <p14:creationId xmlns:p14="http://schemas.microsoft.com/office/powerpoint/2010/main" val="1437742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7A0F9B-97AB-402D-87C0-56877683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COVENIA · 数据共情者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A745B-D2F5-4A5D-AE8A-C57A3984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已验证的是原型闭环，不是业务效果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07AE1-4556-4C25-A45B-6277C31C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8556A-8FE7-4F30-A2B5-C440BB76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Covenia｜比赛原型说明 ·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6F19B-7DF6-4F94-9198-539E8F07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AFAA1-59EE-4BF5-B8D3-0F5FD0D7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44B2F-8057-4D9E-911A-D9CB7E61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前端测试通过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B6C27-56BD-4C3F-A628-87120FC0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1930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613CB3-6FAD-4F63-8BA5-582E7784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907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12/12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5AED5-7CBB-4EA5-8D9B-6D0A6CE2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7177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后端测试通过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3C585-87A7-4D52-A1C5-C84571CB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1930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F3B16-DB4F-41ED-A74A-9CDCE699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1587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AA5F02-597A-4A9D-8C92-3C08D68A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7177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前端构建模块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8F20F1-23A7-414A-BB38-66CC9EFD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1930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AB929-85CE-4183-9DE2-F79404E4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907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rPr>
              <a:t>1 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8CEFA5-366A-4BD2-B763-AE164169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7177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合成数据 JEV 烟测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82294-2CAC-40BE-9BEA-CC0DC442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已走通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54F52D-A337-4C49-BAE9-DAEACCB8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814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查询进度 → 人工确认 → 未揽收催办 → 揽收 → 送达结案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27A934-9BDE-4913-9DAA-9BC183BC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668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E9E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EF9F64-5D15-414A-82C8-42290FF5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244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44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4453A"/>
                </a:solidFill>
                <a:latin typeface="Microsoft YaHei"/>
                <a:ea typeface="Microsoft YaHei"/>
                <a:cs typeface="Microsoft YaHei"/>
              </a:rPr>
              <a:t>演示边界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DCF3AD-3B96-4CB3-84C1-FA5F06C4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292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图文为预置案例（非实时抽取） · JEV 阈值未校准 · 用户效果与生产接入尚待验证</a:t>
            </a:r>
          </a:p>
        </p:txBody>
      </p:sp>
    </p:spTree>
    <p:extLst>
      <p:ext uri="{BB962C8B-B14F-4D97-AF65-F5344CB8AC3E}">
        <p14:creationId xmlns:p14="http://schemas.microsoft.com/office/powerpoint/2010/main" val="8852078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7C6B8A-FF54-4814-9057-9A050D55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COVENIA · 数据共情者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4343E-8A2D-4D03-B5C3-8D0E25C1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提交前，把原型、证据和声明放在一起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7A1DB-708C-494D-B916-F873588D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89DF1-0900-4CEC-A961-93DA7BB1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Covenia｜比赛原型说明 ·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07208-DB6C-402E-A27E-DEB65976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A81E2-97EE-44F3-A3BA-20CCA318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项目包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F388E-8A9E-4AF0-AC0F-5E886D9D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B3F7D-003E-47FB-8B47-6BD61016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8130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源代码与启动脚本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8042A-7ACD-41EE-9DD1-48D177CC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3CC76-C31F-4E2E-BC8A-C202611F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接口与规则说明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CFDC7-4DCB-473F-AA20-BED409DC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70D30-1117-43AF-B5AC-0C718645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0520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模拟数据与素材声明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1AA44-CC8B-48DC-B755-DF56EB2D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352D88-001F-48EF-A169-81F3941E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671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测试与运行指南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84C12-3EE2-4486-9C04-6AF5D516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0924C-B32D-4C08-8FF8-C7610EF3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28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演示材料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48BE72-331C-499A-B6B7-A874CA6F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1ACA82-3DBF-4B20-99FA-904985FB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8130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答辩演示稿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492CBF-7673-4C69-881C-E56C4034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6230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23A7ED-66B3-4E00-A6AA-A8DB1FF7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432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4 分钟主链讲解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2AEE7F-CAE8-49DE-9DBB-D573FECE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763962-A92C-473A-AD5E-B7D2AFEB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50520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挑战案例与现场操作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B3F5A-8F66-40AE-B7A9-9249FCC0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8620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1FD478-04A0-4D6F-8B4E-88707B5B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8671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录屏需由团队实际录制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745EEA-E9E3-4632-99AA-5FCFC4CE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00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4ECE5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3932EA-9503-4D14-9712-2C603CAA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28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rPr>
              <a:t>团队补齐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ACA588-27F0-48E7-955F-CB6E5EF8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0035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906587-3480-4601-9DC7-2677A69A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8130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天池队伍名与成员信息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0A3F22-DC8A-4A5C-A472-6F53F7D1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A1341C-519A-4AC7-AF34-114603C7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432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平台附件栏位确认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49E3F9-99E7-420C-84C1-DC284BDA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2425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789B26-A7BB-4D5F-A98A-5DCC19C5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0520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真实访谈/问卷结果（如有）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A4D6ED-3E64-4C6E-93AA-D07618CD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483DA1-8A83-46EF-86EA-3C442107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671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最终提交前独立验收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DB482D-20CE-4D36-A35A-6F9BE241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7156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4147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66C1CC-D6DD-4520-8B9E-E6B26807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01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rPr>
              <a:t>Covenia 的主张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790CD4-4A3C-4902-83A9-BDE247C7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34000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不让消费者重复讲述；不让有效承诺在交接中消失。</a:t>
            </a:r>
          </a:p>
        </p:txBody>
      </p:sp>
    </p:spTree>
    <p:extLst>
      <p:ext uri="{BB962C8B-B14F-4D97-AF65-F5344CB8AC3E}">
        <p14:creationId xmlns:p14="http://schemas.microsoft.com/office/powerpoint/2010/main" val="6000492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2026-10-03T04:05:06.6740000Z</dcterms:created>
  <dcterms:modified xsi:type="dcterms:W3CDTF">2026-10-03T04:05:06.6740000Z</dcterms:modified>
</coreProperties>
</file>